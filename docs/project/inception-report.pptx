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7" r:id="rId1"/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sldMasterIdLst>
    <p:sldMasterId r:id="rId7"/>
  </p:sldMaster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>
  <p:cSld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p:nvPr/>
      <p:sp>
        <p:nvSpPr>
          <p:cNvPr id="2" name="Title 1"/>
          <p:cNvSpPr txBox="1"/>
          <p:nvPr>
            <p:ph type="title"/>
          </p:nvPr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400"/>
              <a:t/>
            </a:r>
          </a:p>
        </p:txBody>
      </p:sp>
      <p:sp>
        <p:nvSpPr>
          <p:cNvPr id="3" name="Content Placeholder 2"/>
          <p:cNvSpPr txBox="1"/>
          <p:nvPr>
            <p:ph type="body"/>
          </p:nvPr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nvPr/>
    </p:spTree>
    <p:clrMap>
      <a:masterClrMapping/>
    </p:clrMap>
  </p:cSld>
  <p:sldLayoutIdLst>
    <p:sldLayoutId r:id="rId1"/>
  </p:sldLayoutIdLst>
  <p:textStyles>
    <p:titleStyle>
      <a:lvl1pPr>
        <a:defRPr sz="4400"/>
      </a:lvl1pPr>
    </p:titleStyle>
    <p:bodyStyle>
      <a:lvl1pPr>
        <a:defRPr sz="2800"/>
      </a:lvl1pPr>
    </p:bodyStyle>
  </p:textStyles>
</p:sldMaster>
</file>

<file path=ppt/slides/_rels/slide1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Inception Result Report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Project structure, agents, backlogs, architecture, environment, schedule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Project Structure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client/</a:t>
            </a:r>
          </a:p>
          <a:p>
            <a:r>
              <a:rPr lang="en-US" sz="2800"/>
              <a:t>server/</a:t>
            </a:r>
          </a:p>
          <a:p>
            <a:r>
              <a:rPr lang="en-US" sz="2800"/>
              <a:t>common/</a:t>
            </a:r>
          </a:p>
          <a:p>
            <a:r>
              <a:rPr lang="en-US" sz="2800"/>
              <a:t>tests/integration/</a:t>
            </a:r>
          </a:p>
          <a:p>
            <a:r>
              <a:rPr lang="en-US" sz="2800"/>
              <a:t>docs/</a:t>
            </a:r>
          </a:p>
          <a:p>
            <a:r>
              <a:rPr lang="en-US" sz="2800"/>
              <a:t>.github/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Agent &amp; Workflow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Product Owner, Scrum Master, Architect, Developers, Reviewer, QA</a:t>
            </a:r>
          </a:p>
          <a:p>
            <a:r>
              <a:rPr lang="en-US" sz="2800"/>
              <a:t>Agent orchestration and prompt/skill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Product Backlogs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Client backlog in client/docs/product-backlog.md</a:t>
            </a:r>
          </a:p>
          <a:p>
            <a:r>
              <a:rPr lang="en-US" sz="2800"/>
              <a:t>Server backlog in server/docs/product-backlog.md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Architecture &amp; Environment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Client: QT/OpenCV/CMake/g++/gdb</a:t>
            </a:r>
          </a:p>
          <a:p>
            <a:r>
              <a:rPr lang="en-US" sz="2800"/>
              <a:t>Server: Java/Spring Boot/Gradle/Ubuntu/Windows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11176000" cy="1371600"/>
          </a:xfrm>
        </p:spPr>
        <p:txBody>
          <a:bodyPr/>
          <a:lstStyle/>
          <a:p>
            <a:r>
              <a:rPr lang="en-US" sz="4800"/>
              <a:t>Next Steps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2086500"/>
            <a:ext cx="11176000" cy="3848400"/>
          </a:xfrm>
        </p:spPr>
        <p:txBody>
          <a:bodyPr wrap="square"/>
          <a:lstStyle/>
          <a:p>
            <a:r>
              <a:rPr lang="en-US" sz="2800"/>
              <a:t>Construction Sprint 진입</a:t>
            </a:r>
          </a:p>
          <a:p>
            <a:r>
              <a:rPr lang="en-US" sz="2800"/>
              <a:t>스프린트 목표 설정</a:t>
            </a:r>
          </a:p>
          <a:p>
            <a:r>
              <a:rPr lang="en-US" sz="2800"/>
              <a:t>지난 스프린트 결과 보고 및 백로그 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latin typeface="Arial"/>
      <a:ea typeface=""/>
      <a:cs typeface=""/>
    </a:fontScheme>
    <a:fmtScheme>
      <a:fillStyle>
        <a:solidFill>
          <a:schemeClr val="phClr"/>
        </a:solidFill>
      </a:fillStyle>
      <a:lnStyle>
        <a:solidFill>
          <a:schemeClr val="phClr"/>
        </a:solidFill>
        <a:prstDash val="solid"/>
      </a:lnStyle>
      <a:effectStyle>
        <a:effectLst/>
      </a:effectStyle>
      <a:bgFillStyle>
        <a:solidFill>
          <a:schemeClr val="phClr">
            <a:shade val="95000"/>
            <a:satMod val="105000"/>
          </a:schemeClr>
        </a:solidFill>
      </a:bgFillStyle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PPTX 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Inception Result Report</dc:title>
  <dc:creator>Agentic Process</dc:creator>
  <cp:revision>1</cp:revision>
</cp:coreProperties>
</file>